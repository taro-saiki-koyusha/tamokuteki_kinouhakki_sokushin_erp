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313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864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58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08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60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870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7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63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22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8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26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C3EA9-52EC-4BAA-A9B0-BE7BC01460DF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79904-05D8-4E86-8F7A-E4AEA19A1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35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11704D5-1852-3A15-AAA2-430ADDDEF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463"/>
            <a:ext cx="9144000" cy="64310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C2163F-73D8-23B5-AEFD-FD530546A429}"/>
              </a:ext>
            </a:extLst>
          </p:cNvPr>
          <p:cNvSpPr txBox="1"/>
          <p:nvPr/>
        </p:nvSpPr>
        <p:spPr>
          <a:xfrm>
            <a:off x="2205169" y="2139224"/>
            <a:ext cx="112405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b="1" dirty="0">
                <a:solidFill>
                  <a:srgbClr val="FFFF00"/>
                </a:solidFill>
              </a:rPr>
              <a:t>漆刈の池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228473B-10DE-DDDB-A399-1A0405747479}"/>
              </a:ext>
            </a:extLst>
          </p:cNvPr>
          <p:cNvSpPr txBox="1"/>
          <p:nvPr/>
        </p:nvSpPr>
        <p:spPr>
          <a:xfrm>
            <a:off x="5651429" y="1537775"/>
            <a:ext cx="135560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b="1" dirty="0">
                <a:solidFill>
                  <a:srgbClr val="FFFF00"/>
                </a:solidFill>
              </a:rPr>
              <a:t>堂の入沢池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010D5C-C727-DB1B-CAE9-C40BD41A2DE7}"/>
              </a:ext>
            </a:extLst>
          </p:cNvPr>
          <p:cNvSpPr txBox="1"/>
          <p:nvPr/>
        </p:nvSpPr>
        <p:spPr>
          <a:xfrm>
            <a:off x="624756" y="1168443"/>
            <a:ext cx="112405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b="1" dirty="0">
                <a:solidFill>
                  <a:srgbClr val="FFFF00"/>
                </a:solidFill>
              </a:rPr>
              <a:t>七十刈池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194898-A0AF-5860-A2A3-ABC3C9725F47}"/>
              </a:ext>
            </a:extLst>
          </p:cNvPr>
          <p:cNvSpPr txBox="1"/>
          <p:nvPr/>
        </p:nvSpPr>
        <p:spPr>
          <a:xfrm>
            <a:off x="7593056" y="3312957"/>
            <a:ext cx="137580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b="1" dirty="0">
                <a:solidFill>
                  <a:srgbClr val="FFFF00"/>
                </a:solidFill>
              </a:rPr>
              <a:t>荒谷の沢池</a:t>
            </a:r>
          </a:p>
        </p:txBody>
      </p:sp>
    </p:spTree>
    <p:extLst>
      <p:ext uri="{BB962C8B-B14F-4D97-AF65-F5344CB8AC3E}">
        <p14:creationId xmlns:p14="http://schemas.microsoft.com/office/powerpoint/2010/main" val="124704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13</Words>
  <Application>Microsoft Office PowerPoint</Application>
  <PresentationFormat>画面に合わせる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Taro Saiki</dc:creator>
  <cp:lastModifiedBy>Taro Saiki</cp:lastModifiedBy>
  <cp:revision>2</cp:revision>
  <dcterms:created xsi:type="dcterms:W3CDTF">2026-06-21T13:02:53Z</dcterms:created>
  <dcterms:modified xsi:type="dcterms:W3CDTF">2026-07-09T12:32:14Z</dcterms:modified>
</cp:coreProperties>
</file>